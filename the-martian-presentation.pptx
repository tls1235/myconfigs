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9"/>
  </p:notesMasterIdLst>
  <p:sldIdLst>
    <p:sldId id="256" r:id="rId4"/>
    <p:sldId id="257" r:id="rId5"/>
    <p:sldId id="258" r:id="rId6"/>
    <p:sldId id="259" r:id="rId7"/>
    <p:sldId id="260" r:id="rId8"/>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378" y="90"/>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237601995"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651667807"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3632E96E-41F7-40C5-8419-297958CC00FA}" type="datetimeFigureOut">
              <a:rPr lang="en-US"/>
              <a:t>10/30/2013</a:t>
            </a:fld>
            <a:endParaRPr lang="en-US"/>
          </a:p>
        </p:txBody>
      </p:sp>
      <p:sp>
        <p:nvSpPr>
          <p:cNvPr id="144708559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863523051"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16107424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824825188"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E6999B8-B6B4-4561-A3CD-BBCDAB9FC9D9}"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2193327" name="Slide Image Placeholder 1"/>
          <p:cNvSpPr>
            <a:spLocks noChangeAspect="1" noGrp="1" noRot="1"/>
          </p:cNvSpPr>
          <p:nvPr>
            <p:ph type="sldImg"/>
          </p:nvPr>
        </p:nvSpPr>
        <p:spPr bwMode="auto">
          <a:xfrm>
            <a:off x="685800" y="1143000"/>
            <a:ext cx="5486400" cy="3086100"/>
          </a:xfrm>
        </p:spPr>
      </p:sp>
      <p:sp>
        <p:nvSpPr>
          <p:cNvPr id="126242088" name="Notes Placeholder 2"/>
          <p:cNvSpPr>
            <a:spLocks noGrp="1"/>
          </p:cNvSpPr>
          <p:nvPr>
            <p:ph type="body" idx="1"/>
          </p:nvPr>
        </p:nvSpPr>
        <p:spPr bwMode="auto"/>
        <p:txBody>
          <a:bodyPr/>
          <a:lstStyle/>
          <a:p>
            <a:pPr>
              <a:defRPr/>
            </a:pPr>
            <a:endParaRPr lang="en-US">
              <a:latin typeface="Arial"/>
              <a:cs typeface="Arial"/>
            </a:endParaRPr>
          </a:p>
        </p:txBody>
      </p:sp>
      <p:sp>
        <p:nvSpPr>
          <p:cNvPr id="2010726100" name="Slide Number Placeholder 3"/>
          <p:cNvSpPr>
            <a:spLocks noGrp="1"/>
          </p:cNvSpPr>
          <p:nvPr>
            <p:ph type="sldNum" sz="quarter" idx="10"/>
          </p:nvPr>
        </p:nvSpPr>
        <p:spPr bwMode="auto"/>
        <p:txBody>
          <a:bodyPr/>
          <a:lstStyle/>
          <a:p>
            <a:pPr>
              <a:defRPr/>
            </a:pPr>
            <a:fld id="{2E6999B8-B6B4-4561-A3CD-BBCDAB9FC9D9}"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01390373" name="Slide Image Placeholder 1"/>
          <p:cNvSpPr>
            <a:spLocks noChangeAspect="1" noGrp="1" noRot="1"/>
          </p:cNvSpPr>
          <p:nvPr>
            <p:ph type="sldImg"/>
          </p:nvPr>
        </p:nvSpPr>
        <p:spPr bwMode="auto"/>
      </p:sp>
      <p:sp>
        <p:nvSpPr>
          <p:cNvPr id="36258464" name="Notes Placeholder 2"/>
          <p:cNvSpPr>
            <a:spLocks noGrp="1"/>
          </p:cNvSpPr>
          <p:nvPr>
            <p:ph type="body" idx="1"/>
          </p:nvPr>
        </p:nvSpPr>
        <p:spPr bwMode="auto"/>
        <p:txBody>
          <a:bodyPr/>
          <a:lstStyle/>
          <a:p>
            <a:pPr>
              <a:defRPr/>
            </a:pPr>
            <a:endParaRPr/>
          </a:p>
        </p:txBody>
      </p:sp>
      <p:sp>
        <p:nvSpPr>
          <p:cNvPr id="32327655" name="Slide Number Placeholder 3"/>
          <p:cNvSpPr>
            <a:spLocks noGrp="1"/>
          </p:cNvSpPr>
          <p:nvPr>
            <p:ph type="sldNum" sz="quarter" idx="10"/>
          </p:nvPr>
        </p:nvSpPr>
        <p:spPr bwMode="auto"/>
        <p:txBody>
          <a:bodyPr/>
          <a:lstStyle/>
          <a:p>
            <a:pPr>
              <a:defRPr/>
            </a:pPr>
            <a:fld id="{3EF82033-AC1D-FFD9-80C7-A1C691E87D8D}"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718515454" name="Slide Image Placeholder 1"/>
          <p:cNvSpPr>
            <a:spLocks noChangeAspect="1" noGrp="1" noRot="1"/>
          </p:cNvSpPr>
          <p:nvPr>
            <p:ph type="sldImg"/>
          </p:nvPr>
        </p:nvSpPr>
        <p:spPr bwMode="auto"/>
      </p:sp>
      <p:sp>
        <p:nvSpPr>
          <p:cNvPr id="467448609" name="Notes Placeholder 2"/>
          <p:cNvSpPr>
            <a:spLocks noGrp="1"/>
          </p:cNvSpPr>
          <p:nvPr>
            <p:ph type="body" idx="1"/>
          </p:nvPr>
        </p:nvSpPr>
        <p:spPr bwMode="auto"/>
        <p:txBody>
          <a:bodyPr/>
          <a:lstStyle/>
          <a:p>
            <a:pPr>
              <a:defRPr/>
            </a:pPr>
            <a:endParaRPr/>
          </a:p>
        </p:txBody>
      </p:sp>
      <p:sp>
        <p:nvSpPr>
          <p:cNvPr id="54335150" name="Slide Number Placeholder 3"/>
          <p:cNvSpPr>
            <a:spLocks noGrp="1"/>
          </p:cNvSpPr>
          <p:nvPr>
            <p:ph type="sldNum" sz="quarter" idx="10"/>
          </p:nvPr>
        </p:nvSpPr>
        <p:spPr bwMode="auto"/>
        <p:txBody>
          <a:bodyPr/>
          <a:lstStyle/>
          <a:p>
            <a:pPr>
              <a:defRPr/>
            </a:pPr>
            <a:fld id="{905AB971-69B3-9998-42A3-5A8D33504FA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472776" name="Slide Image Placeholder 1"/>
          <p:cNvSpPr>
            <a:spLocks noChangeAspect="1" noGrp="1" noRot="1"/>
          </p:cNvSpPr>
          <p:nvPr>
            <p:ph type="sldImg"/>
          </p:nvPr>
        </p:nvSpPr>
        <p:spPr bwMode="auto"/>
      </p:sp>
      <p:sp>
        <p:nvSpPr>
          <p:cNvPr id="433137750" name="Notes Placeholder 2"/>
          <p:cNvSpPr>
            <a:spLocks noGrp="1"/>
          </p:cNvSpPr>
          <p:nvPr>
            <p:ph type="body" idx="1"/>
          </p:nvPr>
        </p:nvSpPr>
        <p:spPr bwMode="auto"/>
        <p:txBody>
          <a:bodyPr/>
          <a:lstStyle/>
          <a:p>
            <a:pPr>
              <a:defRPr/>
            </a:pPr>
            <a:endParaRPr/>
          </a:p>
        </p:txBody>
      </p:sp>
      <p:sp>
        <p:nvSpPr>
          <p:cNvPr id="2065157847" name="Slide Number Placeholder 3"/>
          <p:cNvSpPr>
            <a:spLocks noGrp="1"/>
          </p:cNvSpPr>
          <p:nvPr>
            <p:ph type="sldNum" sz="quarter" idx="10"/>
          </p:nvPr>
        </p:nvSpPr>
        <p:spPr bwMode="auto"/>
        <p:txBody>
          <a:bodyPr/>
          <a:lstStyle/>
          <a:p>
            <a:pPr>
              <a:defRPr/>
            </a:pPr>
            <a:fld id="{43CBC0CE-3176-1B19-662D-D16435C8ED6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4748785" name="Slide Image Placeholder 1"/>
          <p:cNvSpPr>
            <a:spLocks noChangeAspect="1" noGrp="1" noRot="1"/>
          </p:cNvSpPr>
          <p:nvPr>
            <p:ph type="sldImg"/>
          </p:nvPr>
        </p:nvSpPr>
        <p:spPr bwMode="auto"/>
      </p:sp>
      <p:sp>
        <p:nvSpPr>
          <p:cNvPr id="1163394715" name="Notes Placeholder 2"/>
          <p:cNvSpPr>
            <a:spLocks noGrp="1"/>
          </p:cNvSpPr>
          <p:nvPr>
            <p:ph type="body" idx="1"/>
          </p:nvPr>
        </p:nvSpPr>
        <p:spPr bwMode="auto"/>
        <p:txBody>
          <a:bodyPr/>
          <a:lstStyle/>
          <a:p>
            <a:pPr>
              <a:defRPr/>
            </a:pPr>
            <a:endParaRPr/>
          </a:p>
        </p:txBody>
      </p:sp>
      <p:sp>
        <p:nvSpPr>
          <p:cNvPr id="2140629568" name="Slide Number Placeholder 3"/>
          <p:cNvSpPr>
            <a:spLocks noGrp="1"/>
          </p:cNvSpPr>
          <p:nvPr>
            <p:ph type="sldNum" sz="quarter" idx="10"/>
          </p:nvPr>
        </p:nvSpPr>
        <p:spPr bwMode="auto"/>
        <p:txBody>
          <a:bodyPr/>
          <a:lstStyle/>
          <a:p>
            <a:pPr>
              <a:defRPr/>
            </a:pPr>
            <a:fld id="{C01A95BF-0D49-9AD5-2DBE-4757E6CD23D8}"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417288097"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US"/>
          </a:p>
        </p:txBody>
      </p:sp>
      <p:sp>
        <p:nvSpPr>
          <p:cNvPr id="1250022479"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US"/>
          </a:p>
        </p:txBody>
      </p:sp>
      <p:sp>
        <p:nvSpPr>
          <p:cNvPr id="199470407"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26240493" name="Footer Placeholder 4"/>
          <p:cNvSpPr>
            <a:spLocks noGrp="1"/>
          </p:cNvSpPr>
          <p:nvPr>
            <p:ph type="ftr" sz="quarter" idx="11"/>
          </p:nvPr>
        </p:nvSpPr>
        <p:spPr bwMode="auto"/>
        <p:txBody>
          <a:bodyPr/>
          <a:lstStyle/>
          <a:p>
            <a:pPr>
              <a:defRPr/>
            </a:pPr>
            <a:endParaRPr lang="en-US"/>
          </a:p>
        </p:txBody>
      </p:sp>
      <p:sp>
        <p:nvSpPr>
          <p:cNvPr id="1952753686"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530134898" name="Title 1"/>
          <p:cNvSpPr>
            <a:spLocks noGrp="1"/>
          </p:cNvSpPr>
          <p:nvPr>
            <p:ph type="title"/>
          </p:nvPr>
        </p:nvSpPr>
        <p:spPr bwMode="auto"/>
        <p:txBody>
          <a:bodyPr/>
          <a:lstStyle/>
          <a:p>
            <a:pPr>
              <a:defRPr/>
            </a:pPr>
            <a:r>
              <a:rPr lang="en-US"/>
              <a:t>Click to edit Master title style</a:t>
            </a:r>
            <a:endParaRPr lang="en-US"/>
          </a:p>
        </p:txBody>
      </p:sp>
      <p:sp>
        <p:nvSpPr>
          <p:cNvPr id="1235644354"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796304010"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336614154" name="Footer Placeholder 4"/>
          <p:cNvSpPr>
            <a:spLocks noGrp="1"/>
          </p:cNvSpPr>
          <p:nvPr>
            <p:ph type="ftr" sz="quarter" idx="11"/>
          </p:nvPr>
        </p:nvSpPr>
        <p:spPr bwMode="auto"/>
        <p:txBody>
          <a:bodyPr/>
          <a:lstStyle/>
          <a:p>
            <a:pPr>
              <a:defRPr/>
            </a:pPr>
            <a:endParaRPr lang="en-US"/>
          </a:p>
        </p:txBody>
      </p:sp>
      <p:sp>
        <p:nvSpPr>
          <p:cNvPr id="351471614"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741145797"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US"/>
          </a:p>
        </p:txBody>
      </p:sp>
      <p:sp>
        <p:nvSpPr>
          <p:cNvPr id="613861982"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56861726"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38028111" name="Footer Placeholder 4"/>
          <p:cNvSpPr>
            <a:spLocks noGrp="1"/>
          </p:cNvSpPr>
          <p:nvPr>
            <p:ph type="ftr" sz="quarter" idx="11"/>
          </p:nvPr>
        </p:nvSpPr>
        <p:spPr bwMode="auto"/>
        <p:txBody>
          <a:bodyPr/>
          <a:lstStyle/>
          <a:p>
            <a:pPr>
              <a:defRPr/>
            </a:pPr>
            <a:endParaRPr lang="en-US"/>
          </a:p>
        </p:txBody>
      </p:sp>
      <p:sp>
        <p:nvSpPr>
          <p:cNvPr id="438283372"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753786464" name="Title 1"/>
          <p:cNvSpPr>
            <a:spLocks noGrp="1"/>
          </p:cNvSpPr>
          <p:nvPr>
            <p:ph type="title"/>
          </p:nvPr>
        </p:nvSpPr>
        <p:spPr bwMode="auto"/>
        <p:txBody>
          <a:bodyPr/>
          <a:lstStyle/>
          <a:p>
            <a:pPr>
              <a:defRPr/>
            </a:pPr>
            <a:r>
              <a:rPr lang="en-US"/>
              <a:t>Click to edit Master title style</a:t>
            </a:r>
            <a:endParaRPr lang="en-US"/>
          </a:p>
        </p:txBody>
      </p:sp>
      <p:sp>
        <p:nvSpPr>
          <p:cNvPr id="2042733318"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71222909"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72915203"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291878184" name="Footer Placeholder 5"/>
          <p:cNvSpPr>
            <a:spLocks noGrp="1"/>
          </p:cNvSpPr>
          <p:nvPr>
            <p:ph type="ftr" sz="quarter" idx="11"/>
          </p:nvPr>
        </p:nvSpPr>
        <p:spPr bwMode="auto"/>
        <p:txBody>
          <a:bodyPr/>
          <a:lstStyle/>
          <a:p>
            <a:pPr>
              <a:defRPr/>
            </a:pPr>
            <a:endParaRPr lang="en-US"/>
          </a:p>
        </p:txBody>
      </p:sp>
      <p:sp>
        <p:nvSpPr>
          <p:cNvPr id="1881182313"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449827409"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US"/>
          </a:p>
        </p:txBody>
      </p:sp>
      <p:sp>
        <p:nvSpPr>
          <p:cNvPr id="1572891975"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671469694"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872960282"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824680613"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45969276" name="Date Placeholder 6"/>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573374588" name="Footer Placeholder 7"/>
          <p:cNvSpPr>
            <a:spLocks noGrp="1"/>
          </p:cNvSpPr>
          <p:nvPr>
            <p:ph type="ftr" sz="quarter" idx="11"/>
          </p:nvPr>
        </p:nvSpPr>
        <p:spPr bwMode="auto"/>
        <p:txBody>
          <a:bodyPr/>
          <a:lstStyle/>
          <a:p>
            <a:pPr>
              <a:defRPr/>
            </a:pPr>
            <a:endParaRPr lang="en-US"/>
          </a:p>
        </p:txBody>
      </p:sp>
      <p:sp>
        <p:nvSpPr>
          <p:cNvPr id="324958599" name="Slide Number Placeholder 8"/>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392308986" name="Title 1"/>
          <p:cNvSpPr>
            <a:spLocks noGrp="1"/>
          </p:cNvSpPr>
          <p:nvPr>
            <p:ph type="title"/>
          </p:nvPr>
        </p:nvSpPr>
        <p:spPr bwMode="auto"/>
        <p:txBody>
          <a:bodyPr/>
          <a:lstStyle/>
          <a:p>
            <a:pPr>
              <a:defRPr/>
            </a:pPr>
            <a:r>
              <a:rPr lang="en-US"/>
              <a:t>Click to edit Master title style</a:t>
            </a:r>
            <a:endParaRPr lang="en-US"/>
          </a:p>
        </p:txBody>
      </p:sp>
      <p:sp>
        <p:nvSpPr>
          <p:cNvPr id="11178995" name="Date Placeholder 2"/>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67682581" name="Footer Placeholder 3"/>
          <p:cNvSpPr>
            <a:spLocks noGrp="1"/>
          </p:cNvSpPr>
          <p:nvPr>
            <p:ph type="ftr" sz="quarter" idx="11"/>
          </p:nvPr>
        </p:nvSpPr>
        <p:spPr bwMode="auto"/>
        <p:txBody>
          <a:bodyPr/>
          <a:lstStyle/>
          <a:p>
            <a:pPr>
              <a:defRPr/>
            </a:pPr>
            <a:endParaRPr lang="en-US"/>
          </a:p>
        </p:txBody>
      </p:sp>
      <p:sp>
        <p:nvSpPr>
          <p:cNvPr id="78639479" name="Slide Number Placeholder 4"/>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829494701" name="Date Placeholder 1"/>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09530294" name="Footer Placeholder 2"/>
          <p:cNvSpPr>
            <a:spLocks noGrp="1"/>
          </p:cNvSpPr>
          <p:nvPr>
            <p:ph type="ftr" sz="quarter" idx="11"/>
          </p:nvPr>
        </p:nvSpPr>
        <p:spPr bwMode="auto"/>
        <p:txBody>
          <a:bodyPr/>
          <a:lstStyle/>
          <a:p>
            <a:pPr>
              <a:defRPr/>
            </a:pPr>
            <a:endParaRPr lang="en-US"/>
          </a:p>
        </p:txBody>
      </p:sp>
      <p:sp>
        <p:nvSpPr>
          <p:cNvPr id="56482987" name="Slide Number Placeholder 3"/>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78925065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1747342660"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55023996"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022500806"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566943028" name="Footer Placeholder 5"/>
          <p:cNvSpPr>
            <a:spLocks noGrp="1"/>
          </p:cNvSpPr>
          <p:nvPr>
            <p:ph type="ftr" sz="quarter" idx="11"/>
          </p:nvPr>
        </p:nvSpPr>
        <p:spPr bwMode="auto"/>
        <p:txBody>
          <a:bodyPr/>
          <a:lstStyle/>
          <a:p>
            <a:pPr>
              <a:defRPr/>
            </a:pPr>
            <a:endParaRPr lang="en-US"/>
          </a:p>
        </p:txBody>
      </p:sp>
      <p:sp>
        <p:nvSpPr>
          <p:cNvPr id="1189760747"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09007007"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US"/>
          </a:p>
        </p:txBody>
      </p:sp>
      <p:sp>
        <p:nvSpPr>
          <p:cNvPr id="572014962" name="Picture Placeholder 2"/>
          <p:cNvSpPr>
            <a:spLocks noChangeAspect="1" noGrp="1"/>
          </p:cNvSpPr>
          <p:nvPr>
            <p:ph type="pic" idx="1"/>
          </p:nvPr>
        </p:nvSpPr>
        <p:spPr bwMode="auto">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r>
              <a:rPr lang="en-US"/>
              <a:t>Click icon to add picture</a:t>
            </a:r>
            <a:endParaRPr lang="en-US"/>
          </a:p>
        </p:txBody>
      </p:sp>
      <p:sp>
        <p:nvSpPr>
          <p:cNvPr id="67076920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002236289" name="Date Placeholder 4"/>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2118822281" name="Footer Placeholder 5"/>
          <p:cNvSpPr>
            <a:spLocks noGrp="1"/>
          </p:cNvSpPr>
          <p:nvPr>
            <p:ph type="ftr" sz="quarter" idx="11"/>
          </p:nvPr>
        </p:nvSpPr>
        <p:spPr bwMode="auto"/>
        <p:txBody>
          <a:bodyPr/>
          <a:lstStyle/>
          <a:p>
            <a:pPr>
              <a:defRPr/>
            </a:pPr>
            <a:endParaRPr lang="en-US"/>
          </a:p>
        </p:txBody>
      </p:sp>
      <p:sp>
        <p:nvSpPr>
          <p:cNvPr id="1932677039" name="Slide Number Placeholder 6"/>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29706328" name="Title 1"/>
          <p:cNvSpPr>
            <a:spLocks noGrp="1"/>
          </p:cNvSpPr>
          <p:nvPr>
            <p:ph type="title"/>
          </p:nvPr>
        </p:nvSpPr>
        <p:spPr bwMode="auto"/>
        <p:txBody>
          <a:bodyPr/>
          <a:lstStyle/>
          <a:p>
            <a:pPr>
              <a:defRPr/>
            </a:pPr>
            <a:r>
              <a:rPr lang="en-US"/>
              <a:t>Click to edit Master title style</a:t>
            </a:r>
            <a:endParaRPr lang="en-US"/>
          </a:p>
        </p:txBody>
      </p:sp>
      <p:sp>
        <p:nvSpPr>
          <p:cNvPr id="54368838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36948289"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737410339" name="Footer Placeholder 4"/>
          <p:cNvSpPr>
            <a:spLocks noGrp="1"/>
          </p:cNvSpPr>
          <p:nvPr>
            <p:ph type="ftr" sz="quarter" idx="11"/>
          </p:nvPr>
        </p:nvSpPr>
        <p:spPr bwMode="auto"/>
        <p:txBody>
          <a:bodyPr/>
          <a:lstStyle/>
          <a:p>
            <a:pPr>
              <a:defRPr/>
            </a:pPr>
            <a:endParaRPr lang="en-US"/>
          </a:p>
        </p:txBody>
      </p:sp>
      <p:sp>
        <p:nvSpPr>
          <p:cNvPr id="1268580349"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425588650"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US"/>
          </a:p>
        </p:txBody>
      </p:sp>
      <p:sp>
        <p:nvSpPr>
          <p:cNvPr id="1924091656"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318107035" name="Date Placeholder 3"/>
          <p:cNvSpPr>
            <a:spLocks noGrp="1"/>
          </p:cNvSpPr>
          <p:nvPr>
            <p:ph type="dt" sz="half" idx="10"/>
          </p:nvPr>
        </p:nvSpPr>
        <p:spPr bwMode="auto"/>
        <p:txBody>
          <a:bodyPr/>
          <a:lstStyle/>
          <a:p>
            <a:pPr>
              <a:defRPr/>
            </a:pPr>
            <a:fld id="{BCC18F51-09EC-435C-A3BA-64A766E099C0}" type="datetimeFigureOut">
              <a:rPr lang="en-US"/>
              <a:t>30.10.2013</a:t>
            </a:fld>
            <a:endParaRPr lang="en-US"/>
          </a:p>
        </p:txBody>
      </p:sp>
      <p:sp>
        <p:nvSpPr>
          <p:cNvPr id="1082916869" name="Footer Placeholder 4"/>
          <p:cNvSpPr>
            <a:spLocks noGrp="1"/>
          </p:cNvSpPr>
          <p:nvPr>
            <p:ph type="ftr" sz="quarter" idx="11"/>
          </p:nvPr>
        </p:nvSpPr>
        <p:spPr bwMode="auto"/>
        <p:txBody>
          <a:bodyPr/>
          <a:lstStyle/>
          <a:p>
            <a:pPr>
              <a:defRPr/>
            </a:pPr>
            <a:endParaRPr lang="en-US"/>
          </a:p>
        </p:txBody>
      </p:sp>
      <p:sp>
        <p:nvSpPr>
          <p:cNvPr id="1066148887" name="Slide Number Placeholder 5"/>
          <p:cNvSpPr>
            <a:spLocks noGrp="1"/>
          </p:cNvSpPr>
          <p:nvPr>
            <p:ph type="sldNum" sz="quarter" idx="12"/>
          </p:nvPr>
        </p:nvSpPr>
        <p:spPr bwMode="auto"/>
        <p:txBody>
          <a:bodyPr/>
          <a:lstStyle/>
          <a:p>
            <a:pPr>
              <a:defRPr/>
            </a:pPr>
            <a:fld id="{08395586-F03A-48D1-94DF-16B239DF4FB5}"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560738104"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898473553"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001758641"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BCC18F51-09EC-435C-A3BA-64A766E099C0}" type="datetimeFigureOut">
              <a:rPr lang="en-US"/>
              <a:t>30.10.2013</a:t>
            </a:fld>
            <a:endParaRPr lang="en-US"/>
          </a:p>
        </p:txBody>
      </p:sp>
      <p:sp>
        <p:nvSpPr>
          <p:cNvPr id="1418926963"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341830744"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8395586-F03A-48D1-94DF-16B239DF4FB5}"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1034612277" name=""/>
          <p:cNvPicPr>
            <a:picLocks noChangeAspect="1"/>
          </p:cNvPicPr>
          <p:nvPr/>
        </p:nvPicPr>
        <p:blipFill rotWithShape="1">
          <a:blip r:embed="rId3"/>
          <a:stretch/>
        </p:blipFill>
        <p:spPr bwMode="auto">
          <a:xfrm flipH="0" flipV="0">
            <a:off x="-5955" y="0"/>
            <a:ext cx="12203910" cy="6882580"/>
          </a:xfrm>
          <a:prstGeom prst="rect">
            <a:avLst/>
          </a:prstGeom>
        </p:spPr>
      </p:pic>
      <p:sp>
        <p:nvSpPr>
          <p:cNvPr id="314135898" name="Title 1"/>
          <p:cNvSpPr>
            <a:spLocks noGrp="1"/>
          </p:cNvSpPr>
          <p:nvPr>
            <p:ph type="ctrTitle"/>
          </p:nvPr>
        </p:nvSpPr>
        <p:spPr bwMode="auto">
          <a:xfrm flipH="0" flipV="0">
            <a:off x="1523999" y="1122363"/>
            <a:ext cx="9144000" cy="859451"/>
          </a:xfrm>
        </p:spPr>
        <p:txBody>
          <a:bodyPr/>
          <a:lstStyle/>
          <a:p>
            <a:pPr>
              <a:defRPr/>
            </a:pPr>
            <a:r>
              <a:rPr lang="en-US" sz="4000"/>
              <a:t>Presentation on the martian</a:t>
            </a:r>
            <a:endParaRPr sz="4000"/>
          </a:p>
        </p:txBody>
      </p:sp>
      <p:sp>
        <p:nvSpPr>
          <p:cNvPr id="1577995847" name="Subtitle 2"/>
          <p:cNvSpPr>
            <a:spLocks noGrp="1"/>
          </p:cNvSpPr>
          <p:nvPr>
            <p:ph type="subTitle" idx="1"/>
          </p:nvPr>
        </p:nvSpPr>
        <p:spPr bwMode="auto">
          <a:xfrm flipH="0" flipV="0">
            <a:off x="4353453" y="2238989"/>
            <a:ext cx="3485092" cy="557058"/>
          </a:xfrm>
        </p:spPr>
        <p:txBody>
          <a:bodyPr/>
          <a:lstStyle/>
          <a:p>
            <a:pPr>
              <a:defRPr/>
            </a:pPr>
            <a:r>
              <a:rPr lang="en-US"/>
              <a:t>By yotam gefen </a:t>
            </a:r>
            <a:endParaRPr lang="en-US"/>
          </a:p>
        </p:txBody>
      </p:sp>
      <p:sp>
        <p:nvSpPr>
          <p:cNvPr id="672762361" name=""/>
          <p:cNvSpPr txBox="1"/>
          <p:nvPr/>
        </p:nvSpPr>
        <p:spPr bwMode="auto">
          <a:xfrm rot="0" flipH="0" flipV="0">
            <a:off x="1944192" y="5303886"/>
            <a:ext cx="2621533"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solidFill>
                  <a:schemeClr val="bg2"/>
                </a:solidFill>
              </a:rPr>
              <a:t>directed by Ridley scott</a:t>
            </a:r>
            <a:endParaRPr>
              <a:solidFill>
                <a:schemeClr val="bg2"/>
              </a:solidFill>
            </a:endParaRPr>
          </a:p>
        </p:txBody>
      </p:sp>
      <p:sp>
        <p:nvSpPr>
          <p:cNvPr id="2106978502" name=""/>
          <p:cNvSpPr txBox="1"/>
          <p:nvPr/>
        </p:nvSpPr>
        <p:spPr bwMode="auto">
          <a:xfrm rot="0" flipH="0" flipV="0">
            <a:off x="6844959" y="5303886"/>
            <a:ext cx="3284537"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a:solidFill>
                  <a:schemeClr val="bg2"/>
                </a:solidFill>
              </a:rPr>
              <a:t>main character: M</a:t>
            </a:r>
            <a:r>
              <a:rPr>
                <a:solidFill>
                  <a:schemeClr val="bg2"/>
                </a:solidFill>
              </a:rPr>
              <a:t>ark watney</a:t>
            </a:r>
            <a:endParaRPr>
              <a:solidFill>
                <a:schemeClr val="bg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43004372" name="Title 1"/>
          <p:cNvSpPr>
            <a:spLocks noGrp="1"/>
          </p:cNvSpPr>
          <p:nvPr>
            <p:ph type="title"/>
          </p:nvPr>
        </p:nvSpPr>
        <p:spPr bwMode="auto">
          <a:xfrm flipH="0" flipV="0">
            <a:off x="838198" y="288310"/>
            <a:ext cx="10515600" cy="1032899"/>
          </a:xfrm>
        </p:spPr>
        <p:txBody>
          <a:bodyPr/>
          <a:lstStyle/>
          <a:p>
            <a:pPr algn="ctr">
              <a:defRPr/>
            </a:pPr>
            <a:r>
              <a:rPr/>
              <a:t>Did I like the movie?</a:t>
            </a:r>
            <a:endParaRPr/>
          </a:p>
        </p:txBody>
      </p:sp>
      <p:sp>
        <p:nvSpPr>
          <p:cNvPr id="1351755914" name="Content Placeholder 2"/>
          <p:cNvSpPr>
            <a:spLocks noGrp="1"/>
          </p:cNvSpPr>
          <p:nvPr>
            <p:ph idx="1"/>
          </p:nvPr>
        </p:nvSpPr>
        <p:spPr bwMode="auto">
          <a:xfrm flipH="0" flipV="0">
            <a:off x="838198" y="3364475"/>
            <a:ext cx="10515600" cy="2812487"/>
          </a:xfrm>
        </p:spPr>
        <p:txBody>
          <a:bodyPr/>
          <a:lstStyle/>
          <a:p>
            <a:pPr marL="0" indent="0" algn="ctr">
              <a:buFont typeface="Arial"/>
              <a:buNone/>
              <a:defRPr/>
            </a:pPr>
            <a:r>
              <a:rPr/>
              <a:t>I did like the movie because it didn't make the characters do things in a ridiculously sub optimal </a:t>
            </a:r>
            <a:r>
              <a:rPr/>
              <a:t>way </a:t>
            </a:r>
            <a:r>
              <a:rPr/>
              <a:t>just in order to create cheap tension that is boring and makes me want to stop watching the movie</a:t>
            </a:r>
            <a:endParaRPr/>
          </a:p>
        </p:txBody>
      </p:sp>
      <p:pic>
        <p:nvPicPr>
          <p:cNvPr id="1090078466" name=""/>
          <p:cNvPicPr>
            <a:picLocks noChangeAspect="1"/>
          </p:cNvPicPr>
          <p:nvPr/>
        </p:nvPicPr>
        <p:blipFill rotWithShape="1">
          <a:blip r:embed="rId3"/>
          <a:stretch/>
        </p:blipFill>
        <p:spPr bwMode="auto">
          <a:xfrm>
            <a:off x="3675728" y="1942178"/>
            <a:ext cx="4610099" cy="13144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53012900" name="Title 1"/>
          <p:cNvSpPr>
            <a:spLocks noGrp="1"/>
          </p:cNvSpPr>
          <p:nvPr>
            <p:ph type="title"/>
          </p:nvPr>
        </p:nvSpPr>
        <p:spPr bwMode="auto"/>
        <p:txBody>
          <a:bodyPr/>
          <a:lstStyle/>
          <a:p>
            <a:pPr algn="ctr">
              <a:defRPr/>
            </a:pPr>
            <a:r>
              <a:rPr/>
              <a:t>The plot:</a:t>
            </a:r>
            <a:endParaRPr/>
          </a:p>
        </p:txBody>
      </p:sp>
      <p:sp>
        <p:nvSpPr>
          <p:cNvPr id="34816369" name="Content Placeholder 2"/>
          <p:cNvSpPr>
            <a:spLocks noGrp="1"/>
          </p:cNvSpPr>
          <p:nvPr>
            <p:ph idx="1"/>
          </p:nvPr>
        </p:nvSpPr>
        <p:spPr bwMode="auto">
          <a:xfrm flipH="0" flipV="0">
            <a:off x="711199" y="1563687"/>
            <a:ext cx="10515600" cy="4667249"/>
          </a:xfrm>
        </p:spPr>
        <p:txBody>
          <a:bodyPr vertOverflow="overflow" horzOverflow="overflow" vert="horz" wrap="square" lIns="91440" tIns="45720" rIns="91440" bIns="45720" numCol="1" spcCol="0" rtlCol="0" fromWordArt="0" anchor="t" anchorCtr="0" forceAA="0" upright="0" compatLnSpc="0">
            <a:normAutofit/>
          </a:bodyPr>
          <a:lstStyle/>
          <a:p>
            <a:pPr marL="0" indent="0">
              <a:buFont typeface="Arial"/>
              <a:buNone/>
              <a:defRPr/>
            </a:pPr>
            <a:r>
              <a:rPr sz="1500"/>
              <a:t>Firstly Mark watney was left on mars while the crew of the mission he was a part of left mars because of a sandstorm in the area and he got hit by an object.</a:t>
            </a:r>
            <a:endParaRPr sz="1500"/>
          </a:p>
          <a:p>
            <a:pPr marL="0" indent="0">
              <a:buFont typeface="Arial"/>
              <a:buNone/>
              <a:defRPr/>
            </a:pPr>
            <a:r>
              <a:rPr sz="1500"/>
              <a:t>He then started trying to find how to survive for long enough to be saved, Finding sources for calories and oxygen etc, he started growing potatoes for calories and took all the vitamins through pills and such because he had enough for the amount of time he needed.</a:t>
            </a:r>
            <a:endParaRPr sz="1500"/>
          </a:p>
          <a:p>
            <a:pPr marL="0" indent="0">
              <a:buFont typeface="Arial"/>
              <a:buNone/>
              <a:defRPr/>
            </a:pPr>
            <a:r>
              <a:rPr sz="1500"/>
              <a:t>Nasa discovers mark is alive through satelite images.</a:t>
            </a:r>
            <a:endParaRPr sz="1500"/>
          </a:p>
          <a:p>
            <a:pPr marL="0" indent="0">
              <a:buFont typeface="Arial"/>
              <a:buNone/>
              <a:defRPr/>
            </a:pPr>
            <a:r>
              <a:rPr sz="1500"/>
              <a:t>Marks connects with nasa through an old pathfinder rover</a:t>
            </a:r>
            <a:r>
              <a:rPr sz="1500"/>
              <a:t>.</a:t>
            </a:r>
            <a:endParaRPr sz="1500"/>
          </a:p>
          <a:p>
            <a:pPr marL="0" marR="0" indent="0" algn="l">
              <a:lnSpc>
                <a:spcPct val="90000"/>
              </a:lnSpc>
              <a:spcBef>
                <a:spcPts val="999"/>
              </a:spcBef>
              <a:spcAft>
                <a:spcPts val="0"/>
              </a:spcAft>
              <a:buFont typeface="Arial"/>
              <a:buNone/>
              <a:defRPr/>
            </a:pPr>
            <a:r>
              <a:rPr sz="1500"/>
              <a:t>Marks habitat is suddenly breached because of stress it </a:t>
            </a:r>
            <a:r>
              <a:rPr lang="en-US" sz="1500" b="0" i="0" u="none" strike="noStrike" cap="none" spc="0">
                <a:solidFill>
                  <a:schemeClr val="tx1"/>
                </a:solidFill>
                <a:latin typeface="Arial"/>
                <a:ea typeface="Arial"/>
                <a:cs typeface="Arial"/>
              </a:rPr>
              <a:t>wasn't meant to handle and mark loses a lot of his food supply.</a:t>
            </a:r>
            <a:endParaRPr sz="1500" b="0" i="0" u="none" strike="noStrike" cap="none" spc="0">
              <a:solidFill>
                <a:schemeClr val="tx1"/>
              </a:solidFill>
              <a:latin typeface="Arial"/>
              <a:ea typeface="Arial"/>
              <a:cs typeface="Arial"/>
            </a:endParaRPr>
          </a:p>
          <a:p>
            <a:pPr marL="0" marR="0" indent="0" algn="l">
              <a:lnSpc>
                <a:spcPct val="90000"/>
              </a:lnSpc>
              <a:spcBef>
                <a:spcPts val="999"/>
              </a:spcBef>
              <a:spcAft>
                <a:spcPts val="0"/>
              </a:spcAft>
              <a:buFont typeface="Arial"/>
              <a:buNone/>
              <a:defRPr/>
            </a:pPr>
            <a:r>
              <a:rPr lang="en-US" sz="1500" b="0" i="0" u="none" strike="noStrike" cap="none" spc="0">
                <a:solidFill>
                  <a:schemeClr val="tx1"/>
                </a:solidFill>
                <a:latin typeface="Arial"/>
                <a:ea typeface="Arial"/>
                <a:cs typeface="Arial"/>
              </a:rPr>
              <a:t>Marks crew decides to use a slingshot maneuver to reach him and rescue him.</a:t>
            </a:r>
            <a:endParaRPr lang="en-US" sz="1500" b="0" i="0" u="none" strike="noStrike" cap="none" spc="0">
              <a:solidFill>
                <a:schemeClr val="tx1"/>
              </a:solidFill>
              <a:latin typeface="Arial"/>
              <a:ea typeface="Arial"/>
              <a:cs typeface="Arial"/>
            </a:endParaRPr>
          </a:p>
          <a:p>
            <a:pPr marL="0" marR="0" indent="0" algn="l">
              <a:lnSpc>
                <a:spcPct val="90000"/>
              </a:lnSpc>
              <a:spcBef>
                <a:spcPts val="999"/>
              </a:spcBef>
              <a:spcAft>
                <a:spcPts val="0"/>
              </a:spcAft>
              <a:buFont typeface="Arial"/>
              <a:buNone/>
              <a:defRPr/>
            </a:pPr>
            <a:r>
              <a:rPr lang="en-US" sz="1500" b="0" i="0" u="none" strike="noStrike" cap="none" spc="0">
                <a:solidFill>
                  <a:schemeClr val="tx1"/>
                </a:solidFill>
                <a:latin typeface="Arial"/>
                <a:ea typeface="Arial"/>
                <a:cs typeface="Arial"/>
              </a:rPr>
              <a:t>Mark goes to a vehicle that can fly at a crater and removes weight from it to be able to use it to reach his crew during the slingshot.</a:t>
            </a:r>
            <a:endParaRPr lang="en-US" sz="1500" b="0" i="0" u="none" strike="noStrike" cap="none" spc="0">
              <a:solidFill>
                <a:schemeClr val="tx1"/>
              </a:solidFill>
              <a:latin typeface="Arial"/>
              <a:ea typeface="Arial"/>
              <a:cs typeface="Arial"/>
            </a:endParaRPr>
          </a:p>
          <a:p>
            <a:pPr marL="0" marR="0" indent="0" algn="l">
              <a:lnSpc>
                <a:spcPct val="90000"/>
              </a:lnSpc>
              <a:spcBef>
                <a:spcPts val="999"/>
              </a:spcBef>
              <a:spcAft>
                <a:spcPts val="0"/>
              </a:spcAft>
              <a:buFont typeface="Arial"/>
              <a:buNone/>
              <a:defRPr/>
            </a:pPr>
            <a:r>
              <a:rPr lang="en-US" sz="1500" b="0" i="0" u="none" strike="noStrike" cap="none" spc="0">
                <a:solidFill>
                  <a:schemeClr val="tx1"/>
                </a:solidFill>
                <a:latin typeface="Arial"/>
                <a:ea typeface="Arial"/>
                <a:cs typeface="Arial"/>
              </a:rPr>
              <a:t>They finally do the maneuver and mark is rescued.</a:t>
            </a:r>
            <a:endParaRPr sz="1500"/>
          </a:p>
        </p:txBody>
      </p:sp>
      <p:pic>
        <p:nvPicPr>
          <p:cNvPr id="1132625825" name=""/>
          <p:cNvPicPr>
            <a:picLocks noChangeAspect="1"/>
          </p:cNvPicPr>
          <p:nvPr/>
        </p:nvPicPr>
        <p:blipFill rotWithShape="1">
          <a:blip r:embed="rId3"/>
          <a:stretch/>
        </p:blipFill>
        <p:spPr bwMode="auto">
          <a:xfrm flipH="0" flipV="0">
            <a:off x="5378091" y="4990167"/>
            <a:ext cx="4454952" cy="187187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0519788" name="Title 1"/>
          <p:cNvSpPr>
            <a:spLocks noGrp="1"/>
          </p:cNvSpPr>
          <p:nvPr>
            <p:ph type="title"/>
          </p:nvPr>
        </p:nvSpPr>
        <p:spPr bwMode="auto"/>
        <p:txBody>
          <a:bodyPr/>
          <a:lstStyle/>
          <a:p>
            <a:pPr>
              <a:defRPr/>
            </a:pPr>
            <a:r>
              <a:rPr/>
              <a:t>my Favorite character</a:t>
            </a:r>
            <a:endParaRPr/>
          </a:p>
        </p:txBody>
      </p:sp>
      <p:sp>
        <p:nvSpPr>
          <p:cNvPr id="1046704317" name="Content Placeholder 2"/>
          <p:cNvSpPr>
            <a:spLocks noGrp="1"/>
          </p:cNvSpPr>
          <p:nvPr>
            <p:ph idx="1"/>
          </p:nvPr>
        </p:nvSpPr>
        <p:spPr bwMode="auto"/>
        <p:txBody>
          <a:bodyPr/>
          <a:lstStyle/>
          <a:p>
            <a:pPr marL="0" indent="0">
              <a:buFont typeface="Arial"/>
              <a:buNone/>
              <a:defRPr/>
            </a:pPr>
            <a:r>
              <a:rPr/>
              <a:t>My favorite character is mark because he still thought about what he can get from the situation and did research so that even if he died there the mission would still be helpful to humanity.</a:t>
            </a:r>
            <a:endParaRPr/>
          </a:p>
        </p:txBody>
      </p:sp>
      <p:pic>
        <p:nvPicPr>
          <p:cNvPr id="1696681089" name=""/>
          <p:cNvPicPr>
            <a:picLocks noChangeAspect="1"/>
          </p:cNvPicPr>
          <p:nvPr/>
        </p:nvPicPr>
        <p:blipFill rotWithShape="1">
          <a:blip r:embed="rId3"/>
          <a:stretch/>
        </p:blipFill>
        <p:spPr bwMode="auto">
          <a:xfrm flipH="0" flipV="0">
            <a:off x="3715200" y="3218528"/>
            <a:ext cx="4761598" cy="364408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15770265" name="Title 1"/>
          <p:cNvSpPr>
            <a:spLocks noGrp="1"/>
          </p:cNvSpPr>
          <p:nvPr>
            <p:ph type="title"/>
          </p:nvPr>
        </p:nvSpPr>
        <p:spPr bwMode="auto"/>
        <p:txBody>
          <a:bodyPr/>
          <a:lstStyle/>
          <a:p>
            <a:pPr>
              <a:defRPr/>
            </a:pPr>
            <a:r>
              <a:rPr/>
              <a:t>How I feel about the movie</a:t>
            </a:r>
            <a:endParaRPr/>
          </a:p>
        </p:txBody>
      </p:sp>
      <p:sp>
        <p:nvSpPr>
          <p:cNvPr id="1841627726" name="Content Placeholder 2"/>
          <p:cNvSpPr>
            <a:spLocks noGrp="1"/>
          </p:cNvSpPr>
          <p:nvPr>
            <p:ph idx="1"/>
          </p:nvPr>
        </p:nvSpPr>
        <p:spPr bwMode="auto"/>
        <p:txBody>
          <a:bodyPr/>
          <a:lstStyle/>
          <a:p>
            <a:pPr marL="0" indent="0">
              <a:buFont typeface="Arial"/>
              <a:buNone/>
              <a:defRPr/>
            </a:pPr>
            <a:r>
              <a:rPr/>
              <a:t>The movie didn't really make me feel anything. though it was pretty fun to watch. I would recommend it if you like the kind of story that it is. Its not one I would universally recommend.</a:t>
            </a:r>
            <a:endParaRPr/>
          </a:p>
        </p:txBody>
      </p:sp>
      <p:pic>
        <p:nvPicPr>
          <p:cNvPr id="1317004022" name=""/>
          <p:cNvPicPr>
            <a:picLocks noChangeAspect="1"/>
          </p:cNvPicPr>
          <p:nvPr/>
        </p:nvPicPr>
        <p:blipFill rotWithShape="1">
          <a:blip r:embed="rId3"/>
          <a:stretch/>
        </p:blipFill>
        <p:spPr bwMode="auto">
          <a:xfrm flipH="0" flipV="0">
            <a:off x="2712465" y="3099610"/>
            <a:ext cx="6659691" cy="37508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a:ea typeface="Arial"/>
        <a:cs typeface="Arial"/>
      </a:majorFont>
      <a:minorFont>
        <a:latin typeface="Arial"/>
        <a:ea typeface="Arial"/>
        <a:cs typeface="Arial"/>
      </a:minorFont>
    </a:fontScheme>
    <a:fmtScheme name="Office Them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ONLYOFFICE/9.3.1.8</Application>
  <PresentationFormat>On-screen Show (4:3)</PresentationFormat>
  <Paragraphs>0</Paragraphs>
  <Slides>5</Slides>
  <Notes>5</Notes>
  <HiddenSlides>0</HiddenSlides>
  <MMClips>2</MMClips>
  <ScaleCrop>0</ScaleCrop>
  <HeadingPairs>
    <vt:vector size="4" baseType="variant">
      <vt:variant>
        <vt:lpstr>Theme</vt:lpstr>
      </vt:variant>
      <vt:variant>
        <vt:i4>1</vt:i4>
      </vt:variant>
      <vt:variant>
        <vt:lpstr>Slide Titles</vt:lpstr>
      </vt:variant>
      <vt:variant>
        <vt:i4>5</vt:i4>
      </vt:variant>
    </vt:vector>
  </HeadingPairs>
  <TitlesOfParts>
    <vt:vector size="6" baseType="lpstr">
      <vt:lpstr>Theme 1</vt:lpstr>
      <vt:lpstr>Slide 1</vt:lpstr>
      <vt:lpstr>Slide 2</vt:lpstr>
      <vt:lpstr>Slide 3</vt:lpstr>
      <vt:lpstr>Slide 4</vt:lpstr>
      <vt:lpstr>Slide 5</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cp:revision>
  <dcterms:modified xsi:type="dcterms:W3CDTF">2026-04-15T20:27:47Z</dcterms:modified>
</cp:coreProperties>
</file>